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57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layful-bonbon-4532d5.netlify.app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C107">
              <a:alpha val="65000"/>
            </a:srgbClr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FF9933">
              <a:alpha val="65000"/>
            </a:srgbClr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web platform to discover India’s sacred places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733" y="5079492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25044" y="1272589"/>
            <a:ext cx="3035376" cy="78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77190" y="2552748"/>
            <a:ext cx="3840480" cy="238634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05790" y="2476223"/>
            <a:ext cx="3383280" cy="2537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has thousands of temples rich in history, art and faith.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Temple tourism draws millions of pilgrims and travellers every year.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supports local culture, jobs and heritage preservation.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can make temple visits easier and better planned.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2048F-FCFC-6614-910E-516B36581B79}"/>
              </a:ext>
            </a:extLst>
          </p:cNvPr>
          <p:cNvSpPr txBox="1"/>
          <p:nvPr/>
        </p:nvSpPr>
        <p:spPr>
          <a:xfrm>
            <a:off x="1" y="564702"/>
            <a:ext cx="517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Temples </a:t>
            </a:r>
            <a:r>
              <a:rPr lang="en-US" sz="4000" b="1" dirty="0">
                <a:latin typeface="Algerian" panose="04020705040A02060702" pitchFamily="82" charset="0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tourism</a:t>
            </a:r>
            <a:endParaRPr lang="en-IN" sz="40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CECCF4-2E71-A428-D9AC-288FAB890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2" y="1899813"/>
            <a:ext cx="4016516" cy="3153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8692F8-7D56-8685-D258-CA50700CC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266979"/>
            <a:ext cx="4016516" cy="16328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B979BA-6946-8DE6-0D35-E603CA999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5714" y="3916651"/>
            <a:ext cx="1011096" cy="1122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9933">
              <a:alpha val="65000"/>
            </a:srgbClr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E91E63">
              <a:alpha val="65000"/>
            </a:srgbClr>
          </a:solidFill>
          <a:ln w="12700">
            <a:solidFill>
              <a:srgbClr val="E91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520190" cy="914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1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Info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Temple details like history, timings and rituals are spread across many sites.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17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54630" y="1463040"/>
            <a:ext cx="1520190" cy="914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54630" y="1737360"/>
            <a:ext cx="457200" cy="45720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7546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546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B8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Planning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546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Travellers struggle to find routes, nearby stays and the best visiting times.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863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69180" y="1463040"/>
            <a:ext cx="152019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69180" y="1737360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691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Issues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easy way to know festival dates or rush hours before visiting.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08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83730" y="1463040"/>
            <a:ext cx="1520190" cy="9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983730" y="173736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9837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837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Temples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837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Lesser-known heritage temples get little visibility online.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C107">
              <a:alpha val="65000"/>
            </a:srgbClr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80CBC4">
              <a:alpha val="65000"/>
            </a:srgbClr>
          </a:solidFill>
          <a:ln w="12700">
            <a:solidFill>
              <a:srgbClr val="80CB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520190" cy="91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Temple Directory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temples by name, state or deity with photos and history.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17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54630" y="1463040"/>
            <a:ext cx="1520190" cy="9144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54630" y="1737360"/>
            <a:ext cx="457200" cy="4572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7546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546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Details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546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Timings, festivals and weather fetched in real time through APIs.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863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69180" y="1463040"/>
            <a:ext cx="1520190" cy="9144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69180" y="1737360"/>
            <a:ext cx="457200" cy="45720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691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527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Maps &amp; Routes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map to locate temples and plan the journey.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08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83730" y="1463040"/>
            <a:ext cx="152019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983730" y="173736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9837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837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Site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837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Clean, colourful website that works on mobile and desktop.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11B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E91E63">
              <a:alpha val="65000"/>
            </a:srgbClr>
          </a:solidFill>
          <a:ln w="12700">
            <a:solidFill>
              <a:srgbClr val="E91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FFC107">
              <a:alpha val="65000"/>
            </a:srgbClr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520190" cy="91440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44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Structures the pages: temple listings, details and forms.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17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54630" y="1463040"/>
            <a:ext cx="1520190" cy="91440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54630" y="1737360"/>
            <a:ext cx="457200" cy="457200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7546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546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546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 styling, layouts, animations and responsive design.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86417" y="1398298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69180" y="1463040"/>
            <a:ext cx="1520190" cy="91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69180" y="1737360"/>
            <a:ext cx="457200" cy="45720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691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A7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Adds interactivity: search, filters and dynamic content.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9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7B1E3A">
              <a:alpha val="65000"/>
            </a:srgbClr>
          </a:solidFill>
          <a:ln w="12700">
            <a:solidFill>
              <a:srgbClr val="7B1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37160" cy="2194560"/>
          </a:xfrm>
          <a:prstGeom prst="rect">
            <a:avLst/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914400" y="164592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 brings temple information into one easy place.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helps devotees and tourists plan trips with confidence.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 HTML, CSS, JavaScript and APIs – simple and scalable.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scope: online booking, multi-language support and a mobile app.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B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C107">
              <a:alpha val="65000"/>
            </a:srgbClr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E91E63">
              <a:alpha val="65000"/>
            </a:srgbClr>
          </a:solidFill>
          <a:ln w="12700">
            <a:solidFill>
              <a:srgbClr val="E91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67329" y="312797"/>
            <a:ext cx="8229600" cy="1986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C107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6000" dirty="0">
              <a:latin typeface="Algerian" panose="04020705040A02060702" pitchFamily="8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741031" y="4055806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3283830"/>
            <a:ext cx="8229600" cy="167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F162A8-977C-44D2-8F59-D128ABF9B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4640"/>
            <a:ext cx="3283831" cy="23088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FD1AC-869F-6115-902C-F10706C74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364" y="2834640"/>
            <a:ext cx="1708660" cy="22767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D63117-2A53-E782-3D56-7A15A0636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703" y="2843933"/>
            <a:ext cx="1708661" cy="227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793FEA-02B2-B4EA-2215-98833688FC51}"/>
              </a:ext>
            </a:extLst>
          </p:cNvPr>
          <p:cNvSpPr txBox="1"/>
          <p:nvPr/>
        </p:nvSpPr>
        <p:spPr>
          <a:xfrm>
            <a:off x="2498248" y="1674634"/>
            <a:ext cx="45586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2000" dirty="0"/>
            </a:br>
            <a:r>
              <a:rPr lang="en-IN" b="1" dirty="0">
                <a:hlinkClick r:id="rId6"/>
              </a:rPr>
              <a:t>https://playful-bonbon-4532d5.netlify.app/</a:t>
            </a:r>
            <a:endParaRPr lang="en-IN" sz="2000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284</Words>
  <Application>Microsoft Office PowerPoint</Application>
  <PresentationFormat>On-screen Show (16:9)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Algerian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Temple Tourism</dc:title>
  <dc:subject>PptxGenJS Presentation</dc:subject>
  <dc:creator>PptxGenJS</dc:creator>
  <cp:lastModifiedBy>Aarohan</cp:lastModifiedBy>
  <cp:revision>8</cp:revision>
  <dcterms:created xsi:type="dcterms:W3CDTF">2026-10-04T06:32:20Z</dcterms:created>
  <dcterms:modified xsi:type="dcterms:W3CDTF">2026-10-05T08:57:42Z</dcterms:modified>
</cp:coreProperties>
</file>